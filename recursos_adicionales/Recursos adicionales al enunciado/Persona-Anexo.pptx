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629" y="10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FFBE6-2825-BB13-6ACE-D2F0B1330ED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3D1A9E3-117E-D6B0-0CCA-57CD1B45B59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828303-EFA1-3EE3-2CB9-B4DA0CDDF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868CCBF-1B4D-C1EE-E554-CFACCD6E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76B78C9-EDE1-4F84-309F-48475CAD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5499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3414B9-33D5-C7BD-C52A-16EAE9AA8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F10290-55A7-F768-F59E-600CE0F438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32EBEB-17D8-1CAB-CEF0-EAF692FAC0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50F85A-865A-D132-CD3F-134E465B7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1969E3B-F2EC-6E3D-5DC6-CA89E7D48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437393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870C81-4CFF-EE0B-0871-A768AE967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C967137-B303-68B3-9DA4-700882FFB8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90DD311-EB07-3B2C-EBE6-E339BC76E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44D0A6A-B24F-2955-4ECE-0FEC724D5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F1A000D-7A5F-D5B8-47D3-EA332B722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525733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C3835D-1B91-F94B-84E9-811A32BD73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A6141EF-16B7-1BFC-8B89-CDE72754A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DE56BAB-1EB4-A796-7AB7-6D95C050C6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139D361-C653-2EFA-5CF1-5BF83CA7B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DB2AC17-6B08-4D95-FC13-7259CC2A8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C53F834-6D2E-DEF5-E043-B63FBF55CF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9879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E369E4-F85E-E0A2-BE10-5247D7D89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6796F80-E044-158C-652D-D3F19738FD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F997DA1-1B45-4E43-CD56-731E167EB1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02FDC56-A26B-D98A-154C-4239E26AD2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3D337978-07F2-02F6-0086-6B89DDC347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9F864902-5703-B3E4-5934-B960C6728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0EF66B5-53FD-F7EE-DA23-27FC4234D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65F6BCA-31B7-F8E4-6330-4A79A46A6C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76076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AAF5E1-8EF0-D213-D575-C9F38605A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B6AFE2C-CCA5-BA05-5F21-887CB7252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5D9D499-4BE8-0BF8-430F-D1BCD5B222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0114F62-88CA-8471-A296-1F73EFC19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89241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2BCA7BB-6A96-2B42-9669-B09B73E131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6520C05-3173-4852-FEBB-BD7E1D958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86D57BC-5E79-26BB-5057-A4A8DB87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859090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630115-389E-5847-5E0D-F851A82A69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15BC01C-B8F4-4BBD-C19F-EB41DB678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9F720C-4568-D1E0-196C-99545E0C81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2F4A811-8F77-432B-A2C1-17BC920735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B063D93-1B3E-240A-0FA0-45F8669FF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EAB41FF-F109-7C3F-8A41-65121CE86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811348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391613-8EC3-3CEC-1376-DE8AF16389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D9E232A7-296F-817E-6BDC-E34AE7CC93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0437889-781E-909C-8A99-7BD1E89848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1C16DF-0B71-F636-A46B-D44230F1B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5D6F92E-9F08-B52A-DE74-78FA04C95B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77EEFA-399D-70EB-32A8-2883FEE551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09312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7DF86A-34F4-0D7F-E482-BB7DC14AD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1D302CD-9541-1425-9594-267E484C1ED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DE00AFA-4324-780B-6020-F39B26C99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B23149-D744-6A1F-53D5-F05447A1A1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D8857C-FE56-E825-F0C0-1A2B1ED60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5248265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8DB49F25-DBD2-1442-ABBB-4B4398D3C1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FB7951-D803-033E-1D0A-EAC5CA1595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5237906-078D-AFE7-B419-065F85346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786C920-FEBE-8A73-7F5C-4DB8110EEE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A88DC3B-1AE4-5358-0744-6E0A088F81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1919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260EE84-2ACF-F7FB-9C83-9395AAF13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0D9613-11B8-7C80-1D23-20B1A53B7A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02C39F4-22BF-01C2-D91A-D3EF5F397E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A6E83C-FC21-4975-B1BD-CFCEFB383A85}" type="datetimeFigureOut">
              <a:rPr lang="es-ES" smtClean="0"/>
              <a:t>27/10/2025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FC586E-E22E-9E48-3A8C-3BC890275D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805ED12-D2AC-5938-2B05-E11C22D6F0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1213B2-3B36-4EF2-AA2A-CD668068917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276093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7FD286E-68F5-6B46-2E8C-1C302407F0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5813D6-2A28-33E2-B52A-5D1816C6494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06211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46FECA54-AECC-932C-B262-580ECCED2136}"/>
              </a:ext>
            </a:extLst>
          </p:cNvPr>
          <p:cNvSpPr/>
          <p:nvPr/>
        </p:nvSpPr>
        <p:spPr>
          <a:xfrm>
            <a:off x="3755922" y="231058"/>
            <a:ext cx="4936665" cy="6725327"/>
          </a:xfrm>
          <a:prstGeom prst="roundRect">
            <a:avLst>
              <a:gd name="adj" fmla="val 364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4A64D11-E9AB-0579-0312-CC4202506314}"/>
              </a:ext>
            </a:extLst>
          </p:cNvPr>
          <p:cNvSpPr/>
          <p:nvPr/>
        </p:nvSpPr>
        <p:spPr>
          <a:xfrm>
            <a:off x="3985394" y="458511"/>
            <a:ext cx="1759693" cy="1710813"/>
          </a:xfrm>
          <a:prstGeom prst="roundRect">
            <a:avLst>
              <a:gd name="adj" fmla="val 5978"/>
            </a:avLst>
          </a:prstGeom>
          <a:blipFill>
            <a:blip r:embed="rId2"/>
            <a:stretch>
              <a:fillRect/>
            </a:stretch>
          </a:blipFill>
          <a:effectLst>
            <a:glow rad="63500">
              <a:schemeClr val="accent3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11DF279-EF93-BE90-A11D-84C5A02D1971}"/>
              </a:ext>
            </a:extLst>
          </p:cNvPr>
          <p:cNvSpPr txBox="1"/>
          <p:nvPr/>
        </p:nvSpPr>
        <p:spPr>
          <a:xfrm>
            <a:off x="5974559" y="458511"/>
            <a:ext cx="2006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b="1" dirty="0"/>
              <a:t>Sophie Miller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F1F772C9-3E46-6B9B-85AA-A78393402B0F}"/>
              </a:ext>
            </a:extLst>
          </p:cNvPr>
          <p:cNvSpPr txBox="1"/>
          <p:nvPr/>
        </p:nvSpPr>
        <p:spPr>
          <a:xfrm>
            <a:off x="5974559" y="920176"/>
            <a:ext cx="261064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400" dirty="0"/>
              <a:t>🏙️ Ubicación: Dublín, Irlanda</a:t>
            </a:r>
          </a:p>
          <a:p>
            <a:r>
              <a:rPr lang="es-ES" sz="1400" dirty="0"/>
              <a:t>🌍 Idiomas: Inglés nativo</a:t>
            </a:r>
          </a:p>
          <a:p>
            <a:endParaRPr lang="es-ES" sz="1400" dirty="0"/>
          </a:p>
          <a:p>
            <a:r>
              <a:rPr lang="es-ES" sz="1400" dirty="0"/>
              <a:t>Condición: </a:t>
            </a:r>
            <a:r>
              <a:rPr lang="es-ES" sz="1400" dirty="0" err="1"/>
              <a:t>Deuteranopia</a:t>
            </a:r>
            <a:r>
              <a:rPr lang="es-ES" sz="1400" dirty="0"/>
              <a:t> (daltonismo rojo-verde)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3A77109F-0325-1E06-4BAE-F34BA413AFFD}"/>
              </a:ext>
            </a:extLst>
          </p:cNvPr>
          <p:cNvSpPr txBox="1"/>
          <p:nvPr/>
        </p:nvSpPr>
        <p:spPr>
          <a:xfrm>
            <a:off x="3939281" y="2353990"/>
            <a:ext cx="4439920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1600" b="1" dirty="0"/>
              <a:t>Personalidad</a:t>
            </a:r>
          </a:p>
          <a:p>
            <a:r>
              <a:rPr lang="es-ES" sz="1400" dirty="0"/>
              <a:t>Amigable, curiosa, perfeccionista con los pequeños detalles</a:t>
            </a:r>
          </a:p>
          <a:p>
            <a:endParaRPr lang="es-ES" sz="1600" b="1" dirty="0"/>
          </a:p>
          <a:p>
            <a:r>
              <a:rPr lang="es-ES" sz="1600" b="1" dirty="0"/>
              <a:t>Plataformas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Móvil: Uso diario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Portátil/Ordenador: Trabajo y tareas de estudio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dirty="0"/>
              <a:t>Tablet: Uso ocasional, para leer o dibujar</a:t>
            </a:r>
          </a:p>
          <a:p>
            <a:endParaRPr lang="es-ES" sz="1600" b="1" dirty="0"/>
          </a:p>
          <a:p>
            <a:r>
              <a:rPr lang="es-ES" sz="1600" b="1" dirty="0"/>
              <a:t>Experiencia Tecnológica</a:t>
            </a:r>
          </a:p>
          <a:p>
            <a:r>
              <a:rPr lang="es-ES" sz="1400" dirty="0"/>
              <a:t>Nivel Intermedio, cómoda utilizando tecnología en general</a:t>
            </a:r>
          </a:p>
          <a:p>
            <a:endParaRPr lang="es-ES" sz="1600" b="1" dirty="0"/>
          </a:p>
          <a:p>
            <a:r>
              <a:rPr lang="es-ES" sz="1600" b="1" dirty="0"/>
              <a:t>Objetivos y Motivaciones</a:t>
            </a:r>
          </a:p>
          <a:p>
            <a:r>
              <a:rPr lang="es-ES" sz="1400" dirty="0"/>
              <a:t>Lograr realizar sus tareas de forma eficiente y con la menor fricción posible.</a:t>
            </a:r>
          </a:p>
          <a:p>
            <a:endParaRPr lang="es-ES" sz="1600" b="1" dirty="0"/>
          </a:p>
          <a:p>
            <a:r>
              <a:rPr lang="es-ES" sz="1600" b="1" dirty="0"/>
              <a:t>Citas/Lemas personales</a:t>
            </a:r>
          </a:p>
          <a:p>
            <a:r>
              <a:rPr lang="es-ES" sz="1400" dirty="0"/>
              <a:t>“Si no es intuitivo, no lo usaré”</a:t>
            </a:r>
          </a:p>
        </p:txBody>
      </p:sp>
    </p:spTree>
    <p:extLst>
      <p:ext uri="{BB962C8B-B14F-4D97-AF65-F5344CB8AC3E}">
        <p14:creationId xmlns:p14="http://schemas.microsoft.com/office/powerpoint/2010/main" val="13044378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94</Words>
  <Application>Microsoft Office PowerPoint</Application>
  <PresentationFormat>Panorámica</PresentationFormat>
  <Paragraphs>21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Álvaro Montero Montes</dc:creator>
  <cp:lastModifiedBy>Álvaro Montero Montes</cp:lastModifiedBy>
  <cp:revision>1</cp:revision>
  <dcterms:created xsi:type="dcterms:W3CDTF">2025-10-27T04:22:46Z</dcterms:created>
  <dcterms:modified xsi:type="dcterms:W3CDTF">2025-10-27T04:47:05Z</dcterms:modified>
</cp:coreProperties>
</file>